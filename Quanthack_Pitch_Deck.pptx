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honest thesis: thin edge, but a complete, self-adapting, governed system. The pitch is engineering and discipline, not a magic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SYPHONIX  x  AI ENGINE    ·    QUANTHACK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to Market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AI-native, self-adapting quantitative trading system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26289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$1,000,000 paper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51860" y="3977640"/>
            <a:ext cx="26289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1860" y="39776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30x max leverage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3977640"/>
            <a:ext cx="26289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39776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FX + metals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75420" y="3977640"/>
            <a:ext cx="262890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75420" y="39776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Market-neutral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Entrant: alex@ladimex.com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honest thesis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make no claim to a magic alpha. The edge is thin and regime-dependent, and I prove that with data rather than hide it. I compete on engineering, live self-adaptation, and risk discipline.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321040" y="141732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21040" y="1463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liquidations across every round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429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stack - research, a multi-layer risk engine, native MT5 execution, cloud deploy - all built and runnable.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9684" y="320040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58284" y="3429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Self-adaptation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8284" y="397764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the live market and re-tunes its own strategy, leverage and cadence, autonomously.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10728" y="320040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9328" y="34290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discipline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3977640"/>
            <a:ext cx="30449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caps, a drawdown ladder and a profit-lock ratchet - the AI can only ever reduce risk.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let the data overturn my own thesis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backtest champion was 8-hour momentum.</a:t>
            </a:r>
            <a:endParaRPr lang="en-US" sz="15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competition feed, an information-coefficient and autocorrelation study showed momentum was the wrong sign - returns mean-revert at every short horizon.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retired momentum and wired a conservative reversion strategy.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your own champion the moment the live data disagrees.</a:t>
            </a:r>
            <a:endParaRPr lang="en-US" sz="1350" dirty="0"/>
          </a:p>
        </p:txBody>
      </p:sp>
      <p:pic>
        <p:nvPicPr>
          <p:cNvPr id="5" name="Image 0" descr="/tmp/ev/momentum_reversion_pro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011680"/>
            <a:ext cx="6675120" cy="2999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83480" y="5074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feed, 26 Jun: 10 instruments, 6,606 one-minute bars.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Autopilot: a governed AI desk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a deterministic governor disposes - and Logfire traces every decision.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51460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Nemotron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- reads the live regime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96312" y="2331720"/>
            <a:ext cx="3451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&gt;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823210" y="233172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32938" y="251460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Claude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5122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- proposes strategy / gross / cadence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70882" y="2331720"/>
            <a:ext cx="3451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&gt;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97780" y="233172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07508" y="251460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2579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output - cannot be out of bounds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5452" y="2331720"/>
            <a:ext cx="3451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&gt;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372350" y="233172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82078" y="251460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0036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Clamps to competition-safe limits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0022" y="2331720"/>
            <a:ext cx="3451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&gt;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46920" y="233172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56648" y="2514600"/>
            <a:ext cx="1746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74936" y="3246120"/>
            <a:ext cx="1709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Reduce-only only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reckless gross=9 proposal is clamped to 3.0; an aggressive ask in a no-edge regime becomes 1.0. The AI advises - it can never breach a risk limit.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governor can only ever reduce risk</a:t>
            </a:r>
            <a:endParaRPr lang="en-US" sz="3000" dirty="0"/>
          </a:p>
        </p:txBody>
      </p:sp>
      <p:pic>
        <p:nvPicPr>
          <p:cNvPr id="3" name="Image 0" descr="/tmp/ev/governor_in_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4224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8064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AI-proposed leverage is clamped before it can act. These exact mappings are asserted in a runnable test suite - tests/test_safety.py, 6/6 passing.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as a feature</a:t>
            </a:r>
            <a:endParaRPr lang="en-US" sz="3000" dirty="0"/>
          </a:p>
        </p:txBody>
      </p:sp>
      <p:pic>
        <p:nvPicPr>
          <p:cNvPr id="3" name="Image 0" descr="/tmp/ev/overfit_ds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6126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0" y="18288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Deflated Sharpe = 0.26 - my best backtest sits below the luck threshold for the number of trials run.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Backtest Overfitting about 21%.</a:t>
            </a:r>
            <a:endParaRPr lang="en-US" sz="14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I kept and published: momentum, crypto, order-flow and scalping - all tested live and rejected.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direction of the findings, not the magnitude.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sponsor used for something 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80136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Nemotron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regime Analyst in Autopilot, a reduce-only news/event-risk gate, and a catalog auto-resolver immune to model drift.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9684" y="1600200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58284" y="180136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 Claude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58284" y="246888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in Autopilot, plus desk rationale and post-round red-team memos.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10728" y="1600200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39328" y="180136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+ Logfire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9328" y="246888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hard-bounded AI outputs and end-to-end tracing of every cycle and agent call.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36168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Doubleword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02920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private-inference provider wired into the multi-provider gateway.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9684" y="4160520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58284" y="436168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MetaTrader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8284" y="502920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copy_rates feed and a notional-to-lots execution bridge, dry-run safe.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0728" y="4160520"/>
            <a:ext cx="3502152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39328" y="436168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Northflank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9328" y="5029200"/>
            <a:ext cx="30449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cloud mission control: dashboard, AI desk and Logfire.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Layered, provable 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caps: &lt;=30% of gross and &lt;=75% of equity per name; metals sector &lt;=35%.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ladder auto-cuts gross: 5% to x0.7, 8% to x0.4, 12% to x0.2.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Profit-lock ratchet: once ahead, de-risks as gains are surrendered - locks profit without a stop's whipsaw.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circuit breaker halts a cycle on a stale feed or an insane book.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Paper-only throughout; every AI overlay is reduce-only and can never override the risk engine.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0" y="1691640"/>
            <a:ext cx="3840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liquidations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0" y="3794760"/>
            <a:ext cx="3840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3977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86384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 cadence (reduce-only)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system,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468880"/>
            <a:ext cx="16733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MT5 feed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3127248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1-min panel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21992" y="3200400"/>
            <a:ext cx="20299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4989" y="2468880"/>
            <a:ext cx="16733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8141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live_runner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98141" y="3127248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book (rev)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98341" y="3200400"/>
            <a:ext cx="20299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01338" y="2468880"/>
            <a:ext cx="16733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74490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engine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74490" y="3127248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+ ladder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74690" y="3200400"/>
            <a:ext cx="20299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7686" y="2468880"/>
            <a:ext cx="1673352" cy="1463040"/>
          </a:xfrm>
          <a:prstGeom prst="roundRect">
            <a:avLst>
              <a:gd name="adj" fmla="val 5625"/>
            </a:avLst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50838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Autopilot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50838" y="3127248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+ Claude to Governor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51038" y="3200400"/>
            <a:ext cx="20299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54035" y="2468880"/>
            <a:ext cx="16733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27187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Preflight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27187" y="3127248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if insane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27387" y="3200400"/>
            <a:ext cx="202997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30384" y="2468880"/>
            <a:ext cx="167335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03536" y="2651760"/>
            <a:ext cx="152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MT5 bridge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003536" y="3127248"/>
            <a:ext cx="1527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orders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44805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fast_monitor every 3 minutes (drawdown ladder + profit-lock, reduce-only).  Logfire tracing throughout.  Northflank cloud mission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re-tunes itself - observably and safely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magic alpha. The most competition-relevant thing I built is a system that measures the live market, tests its own ideas, kills the ones that don't survive contact with the data, and re-tunes itself - within hard risk limits it can never breach.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617720"/>
            <a:ext cx="6583680" cy="64008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617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github.com/Alex-Lahdiri/Quanthack-Model-to-Market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simulated performance is not indicative of live results.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to Market</dc:title>
  <dc:subject>PptxGenJS Presentation</dc:subject>
  <dc:creator>Alex Lahdiri</dc:creator>
  <cp:lastModifiedBy>Alex Lahdiri</cp:lastModifiedBy>
  <cp:revision>1</cp:revision>
  <dcterms:created xsi:type="dcterms:W3CDTF">2026-06-26T15:45:31Z</dcterms:created>
  <dcterms:modified xsi:type="dcterms:W3CDTF">2026-06-26T15:45:31Z</dcterms:modified>
</cp:coreProperties>
</file>